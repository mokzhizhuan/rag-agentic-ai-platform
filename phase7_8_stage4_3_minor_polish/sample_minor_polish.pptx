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874519"/>
            <a:ext cx="100584" cy="2103120"/>
          </a:xfrm>
          <a:prstGeom prst="rect">
            <a:avLst/>
          </a:prstGeom>
          <a:solidFill>
            <a:srgbClr val="55B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874519"/>
            <a:ext cx="10058400" cy="123444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3700" b="1">
                <a:solidFill>
                  <a:srgbClr val="FFFFFF"/>
                </a:solidFill>
                <a:latin typeface="Aptos"/>
              </a:defRPr>
            </a:pPr>
            <a:r>
              <a:t>CCTV Stage 4.3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246120"/>
            <a:ext cx="9692640" cy="91440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000" b="0">
                <a:solidFill>
                  <a:srgbClr val="CCE1F0"/>
                </a:solidFill>
                <a:latin typeface="Aptos"/>
              </a:defRPr>
            </a:pPr>
            <a:r>
              <a:t>Editable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11480"/>
            <a:ext cx="10789920" cy="795528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700" b="1">
                <a:solidFill>
                  <a:srgbClr val="172A42"/>
                </a:solidFill>
                <a:latin typeface="Aptos"/>
              </a:defRPr>
            </a:pPr>
            <a:r>
              <a:t>Eight Commissioning Checks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892807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91639"/>
            <a:ext cx="98298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000" b="0">
                <a:solidFill>
                  <a:srgbClr val="172A42"/>
                </a:solidFill>
                <a:latin typeface="Aptos"/>
              </a:defRPr>
            </a:pPr>
            <a:r>
              <a:t>Test item 1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2670048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468879"/>
            <a:ext cx="98298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000" b="0">
                <a:solidFill>
                  <a:srgbClr val="172A42"/>
                </a:solidFill>
                <a:latin typeface="Aptos"/>
              </a:defRPr>
            </a:pPr>
            <a:r>
              <a:t>Test item 2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3447288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246120"/>
            <a:ext cx="98298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000" b="0">
                <a:solidFill>
                  <a:srgbClr val="172A42"/>
                </a:solidFill>
                <a:latin typeface="Aptos"/>
              </a:defRPr>
            </a:pPr>
            <a:r>
              <a:t>Test item 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4224527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023359"/>
            <a:ext cx="98298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000" b="0">
                <a:solidFill>
                  <a:srgbClr val="172A42"/>
                </a:solidFill>
                <a:latin typeface="Aptos"/>
              </a:defRPr>
            </a:pPr>
            <a:r>
              <a:t>Test item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455664"/>
            <a:ext cx="8321040" cy="22860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900" b="0">
                <a:solidFill>
                  <a:srgbClr val="5D6C7D"/>
                </a:solidFill>
                <a:latin typeface="Aptos"/>
              </a:defRPr>
            </a:pPr>
            <a:r>
              <a:t>CCTV Stage 4.3 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28232"/>
            <a:ext cx="457200" cy="2743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r">
              <a:defRPr sz="900" b="0">
                <a:solidFill>
                  <a:srgbClr val="5D6C7D"/>
                </a:solidFill>
                <a:latin typeface="Aptos"/>
              </a:defRPr>
            </a:pPr>
            <a: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11480"/>
            <a:ext cx="10789920" cy="795528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700" b="1">
                <a:solidFill>
                  <a:srgbClr val="172A42"/>
                </a:solidFill>
                <a:latin typeface="Aptos"/>
              </a:defRPr>
            </a:pPr>
            <a:r>
              <a:t>Eight Commissioning Checks (2/2)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892807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91639"/>
            <a:ext cx="98298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000" b="0">
                <a:solidFill>
                  <a:srgbClr val="172A42"/>
                </a:solidFill>
                <a:latin typeface="Aptos"/>
              </a:defRPr>
            </a:pPr>
            <a:r>
              <a:t>Test item 5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2670048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468879"/>
            <a:ext cx="98298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000" b="0">
                <a:solidFill>
                  <a:srgbClr val="172A42"/>
                </a:solidFill>
                <a:latin typeface="Aptos"/>
              </a:defRPr>
            </a:pPr>
            <a:r>
              <a:t>Test item 6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3447288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246120"/>
            <a:ext cx="98298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000" b="0">
                <a:solidFill>
                  <a:srgbClr val="172A42"/>
                </a:solidFill>
                <a:latin typeface="Aptos"/>
              </a:defRPr>
            </a:pPr>
            <a:r>
              <a:t>Test item 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4224527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023359"/>
            <a:ext cx="98298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000" b="0">
                <a:solidFill>
                  <a:srgbClr val="172A42"/>
                </a:solidFill>
                <a:latin typeface="Aptos"/>
              </a:defRPr>
            </a:pPr>
            <a:r>
              <a:t>Test item 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455664"/>
            <a:ext cx="8321040" cy="22860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900" b="0">
                <a:solidFill>
                  <a:srgbClr val="5D6C7D"/>
                </a:solidFill>
                <a:latin typeface="Aptos"/>
              </a:defRPr>
            </a:pPr>
            <a:r>
              <a:t>CCTV Stage 4.3 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28232"/>
            <a:ext cx="457200" cy="2743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r">
              <a:defRPr sz="900" b="0">
                <a:solidFill>
                  <a:srgbClr val="5D6C7D"/>
                </a:solidFill>
                <a:latin typeface="Aptos"/>
              </a:defRPr>
            </a:pPr>
            <a: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11480"/>
            <a:ext cx="10789920" cy="795528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700" b="1">
                <a:solidFill>
                  <a:srgbClr val="172A42"/>
                </a:solidFill>
                <a:latin typeface="Aptos"/>
              </a:defRPr>
            </a:pPr>
            <a:r>
              <a:t>Six Risks (1/2)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2408301"/>
          <a:ext cx="10817350" cy="26814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2340"/>
                <a:gridCol w="3779556"/>
                <a:gridCol w="3475454"/>
              </a:tblGrid>
              <a:tr h="788669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Risk</a:t>
                      </a:r>
                    </a:p>
                  </a:txBody>
                  <a:tcPr marL="100584" marR="100584" marT="54864" marB="54864">
                    <a:solidFill>
                      <a:srgbClr val="2263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Mitigation</a:t>
                      </a:r>
                    </a:p>
                  </a:txBody>
                  <a:tcPr marL="100584" marR="100584" marT="54864" marB="54864">
                    <a:solidFill>
                      <a:srgbClr val="2263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Status</a:t>
                      </a:r>
                    </a:p>
                  </a:txBody>
                  <a:tcPr marL="100584" marR="100584" marT="54864" marB="54864">
                    <a:solidFill>
                      <a:srgbClr val="2263A4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Risk 1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Control 1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Risk 2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Control 2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Risk 3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Control 3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455664"/>
            <a:ext cx="8321040" cy="22860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900" b="0">
                <a:solidFill>
                  <a:srgbClr val="5D6C7D"/>
                </a:solidFill>
                <a:latin typeface="Aptos"/>
              </a:defRPr>
            </a:pPr>
            <a:r>
              <a:t>CCTV Stage 4.3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457200" cy="2743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r">
              <a:defRPr sz="900" b="0">
                <a:solidFill>
                  <a:srgbClr val="5D6C7D"/>
                </a:solidFill>
                <a:latin typeface="Aptos"/>
              </a:defRPr>
            </a:pPr>
            <a: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11480"/>
            <a:ext cx="10789920" cy="795528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700" b="1">
                <a:solidFill>
                  <a:srgbClr val="172A42"/>
                </a:solidFill>
                <a:latin typeface="Aptos"/>
              </a:defRPr>
            </a:pPr>
            <a:r>
              <a:t>Six Risks (2/2)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2408301"/>
          <a:ext cx="10817350" cy="26814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2340"/>
                <a:gridCol w="3779556"/>
                <a:gridCol w="3475454"/>
              </a:tblGrid>
              <a:tr h="788669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Risk</a:t>
                      </a:r>
                    </a:p>
                  </a:txBody>
                  <a:tcPr marL="100584" marR="100584" marT="54864" marB="54864">
                    <a:solidFill>
                      <a:srgbClr val="2263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Mitigation</a:t>
                      </a:r>
                    </a:p>
                  </a:txBody>
                  <a:tcPr marL="100584" marR="100584" marT="54864" marB="54864">
                    <a:solidFill>
                      <a:srgbClr val="2263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Status</a:t>
                      </a:r>
                    </a:p>
                  </a:txBody>
                  <a:tcPr marL="100584" marR="100584" marT="54864" marB="54864">
                    <a:solidFill>
                      <a:srgbClr val="2263A4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Risk 4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Control 4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Risk 5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Control 5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F8FAFC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Risk 6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Control 6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100584" marR="100584" marT="54864" marB="54864">
                    <a:solidFill>
                      <a:srgbClr val="EAF2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455664"/>
            <a:ext cx="8321040" cy="22860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900" b="0">
                <a:solidFill>
                  <a:srgbClr val="5D6C7D"/>
                </a:solidFill>
                <a:latin typeface="Aptos"/>
              </a:defRPr>
            </a:pPr>
            <a:r>
              <a:t>CCTV Stage 4.3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457200" cy="2743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r">
              <a:defRPr sz="900" b="0">
                <a:solidFill>
                  <a:srgbClr val="5D6C7D"/>
                </a:solidFill>
                <a:latin typeface="Aptos"/>
              </a:defRPr>
            </a:pPr>
            <a: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11480"/>
            <a:ext cx="10789920" cy="795528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700" b="1">
                <a:solidFill>
                  <a:srgbClr val="172A42"/>
                </a:solidFill>
                <a:latin typeface="Aptos"/>
              </a:defRPr>
            </a:pPr>
            <a:r>
              <a:t>Delivery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3747" y="2468880"/>
            <a:ext cx="1826971" cy="23774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8339" y="2679191"/>
            <a:ext cx="1497787" cy="5029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200" b="1">
                <a:solidFill>
                  <a:srgbClr val="2263A4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8339" y="3337560"/>
            <a:ext cx="1497787" cy="105156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400" b="1">
                <a:solidFill>
                  <a:srgbClr val="172A42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8" name="Chevron 7"/>
          <p:cNvSpPr/>
          <p:nvPr/>
        </p:nvSpPr>
        <p:spPr>
          <a:xfrm>
            <a:off x="2642158" y="3456432"/>
            <a:ext cx="219456" cy="365760"/>
          </a:xfrm>
          <a:prstGeom prst="chevron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53054" y="2468880"/>
            <a:ext cx="1826971" cy="23774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17646" y="2679191"/>
            <a:ext cx="1497787" cy="5029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200" b="1">
                <a:solidFill>
                  <a:srgbClr val="2263A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17646" y="3337560"/>
            <a:ext cx="1497787" cy="105156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400" b="1">
                <a:solidFill>
                  <a:srgbClr val="172A42"/>
                </a:solidFill>
                <a:latin typeface="Aptos"/>
              </a:defRPr>
            </a:pPr>
            <a:r>
              <a:t>Design</a:t>
            </a:r>
          </a:p>
        </p:txBody>
      </p:sp>
      <p:sp>
        <p:nvSpPr>
          <p:cNvPr id="12" name="Chevron 11"/>
          <p:cNvSpPr/>
          <p:nvPr/>
        </p:nvSpPr>
        <p:spPr>
          <a:xfrm>
            <a:off x="4871466" y="3456432"/>
            <a:ext cx="219456" cy="365760"/>
          </a:xfrm>
          <a:prstGeom prst="chevron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82362" y="2468880"/>
            <a:ext cx="1826971" cy="23774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46954" y="2679191"/>
            <a:ext cx="1497787" cy="5029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200" b="1">
                <a:solidFill>
                  <a:srgbClr val="2263A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6954" y="3337560"/>
            <a:ext cx="1497787" cy="105156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400" b="1">
                <a:solidFill>
                  <a:srgbClr val="172A42"/>
                </a:solidFill>
                <a:latin typeface="Aptos"/>
              </a:defRPr>
            </a:pPr>
            <a:r>
              <a:t>Install</a:t>
            </a:r>
          </a:p>
        </p:txBody>
      </p:sp>
      <p:sp>
        <p:nvSpPr>
          <p:cNvPr id="16" name="Chevron 15"/>
          <p:cNvSpPr/>
          <p:nvPr/>
        </p:nvSpPr>
        <p:spPr>
          <a:xfrm>
            <a:off x="7100773" y="3456432"/>
            <a:ext cx="219456" cy="365760"/>
          </a:xfrm>
          <a:prstGeom prst="chevron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11669" y="2468880"/>
            <a:ext cx="1826971" cy="23774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76261" y="2679191"/>
            <a:ext cx="1497787" cy="5029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200" b="1">
                <a:solidFill>
                  <a:srgbClr val="2263A4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76261" y="3337560"/>
            <a:ext cx="1497787" cy="105156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400" b="1">
                <a:solidFill>
                  <a:srgbClr val="172A42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20" name="Chevron 19"/>
          <p:cNvSpPr/>
          <p:nvPr/>
        </p:nvSpPr>
        <p:spPr>
          <a:xfrm>
            <a:off x="9330080" y="3456432"/>
            <a:ext cx="219456" cy="365760"/>
          </a:xfrm>
          <a:prstGeom prst="chevron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640976" y="2468880"/>
            <a:ext cx="1826971" cy="23774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05568" y="2679191"/>
            <a:ext cx="1497787" cy="5029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200" b="1">
                <a:solidFill>
                  <a:srgbClr val="2263A4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05568" y="3337560"/>
            <a:ext cx="1497787" cy="105156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400" b="1">
                <a:solidFill>
                  <a:srgbClr val="172A42"/>
                </a:solidFill>
                <a:latin typeface="Aptos"/>
              </a:defRPr>
            </a:pPr>
            <a:r>
              <a:t>Handover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455664"/>
            <a:ext cx="8321040" cy="22860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900" b="0">
                <a:solidFill>
                  <a:srgbClr val="5D6C7D"/>
                </a:solidFill>
                <a:latin typeface="Aptos"/>
              </a:defRPr>
            </a:pPr>
            <a:r>
              <a:t>CCTV Stage 4.3 Test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28232"/>
            <a:ext cx="457200" cy="2743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r">
              <a:defRPr sz="900" b="0">
                <a:solidFill>
                  <a:srgbClr val="5D6C7D"/>
                </a:solidFill>
                <a:latin typeface="Aptos"/>
              </a:defRPr>
            </a:pPr>
            <a: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874519"/>
            <a:ext cx="100584" cy="2103120"/>
          </a:xfrm>
          <a:prstGeom prst="rect">
            <a:avLst/>
          </a:prstGeom>
          <a:solidFill>
            <a:srgbClr val="55B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874519"/>
            <a:ext cx="10058400" cy="123444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3700" b="1">
                <a:solidFill>
                  <a:srgbClr val="FFFFFF"/>
                </a:solidFill>
                <a:latin typeface="Aptos"/>
              </a:defRPr>
            </a:pPr>
            <a: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246120"/>
            <a:ext cx="9692640" cy="91440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000" b="0">
                <a:solidFill>
                  <a:srgbClr val="CCE1F0"/>
                </a:solidFill>
                <a:latin typeface="Aptos"/>
              </a:defRPr>
            </a:pPr>
            <a:r>
              <a:t>TBD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