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CCTV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Engineering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Architecture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3747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339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339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Cameras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677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8269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8269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3606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198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198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3536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8128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8128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Recording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43466" y="2468880"/>
            <a:ext cx="202448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8058" y="2679191"/>
            <a:ext cx="169529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8058" y="3337560"/>
            <a:ext cx="169529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VMS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Checks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928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Commissioning check 0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70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7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Commissioning check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47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Commissioning check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2452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2335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Commissioning check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50017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80060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Commissioning check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Checks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928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Commissioning check 5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70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7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Commissioning check 6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47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Commissioning check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2452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2335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Commissioning check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50017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80060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800" b="0">
                <a:solidFill>
                  <a:srgbClr val="172A42"/>
                </a:solidFill>
                <a:latin typeface="Aptos"/>
              </a:defRPr>
            </a:pPr>
            <a:r>
              <a:t>Commissioning check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Checks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928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Commissioning check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Camera Schedule (1/3)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829"/>
                <a:gridCol w="2566829"/>
                <a:gridCol w="3116864"/>
                <a:gridCol w="2566829"/>
              </a:tblGrid>
              <a:tr h="6335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ID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Viewing Objective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CAM-0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CAM-1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CAM-2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CAM-3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CAM-4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CAM-5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Camera Schedule (2/3)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588"/>
                <a:gridCol w="2561304"/>
                <a:gridCol w="3110155"/>
                <a:gridCol w="2561304"/>
              </a:tblGrid>
              <a:tr h="6335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ID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Viewing Objective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CAM-6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CAM-7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CAM-8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CAM-9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CAM-10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CAM-11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Camera Schedule (3/3)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588"/>
                <a:gridCol w="2561304"/>
                <a:gridCol w="3110155"/>
                <a:gridCol w="2561304"/>
              </a:tblGrid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ID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Viewing Objective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CAM-12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Risk register (1/2)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4434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3983"/>
                <a:gridCol w="4139601"/>
                <a:gridCol w="3323767"/>
              </a:tblGrid>
              <a:tr h="7391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0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Verify and mitigate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1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Verify and mitigate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2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Verify and mitigate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3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Verify and mitigate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4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Verify and mitigate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Risk register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81735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3983"/>
                <a:gridCol w="4139601"/>
                <a:gridCol w="3323767"/>
              </a:tblGrid>
              <a:tr h="777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5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Verify and mitigate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6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Verify and mitigate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