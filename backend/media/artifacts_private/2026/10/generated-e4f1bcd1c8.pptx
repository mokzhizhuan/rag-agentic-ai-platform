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Professional concept-to-handover framework | Project, site, and dates: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Design Basis and Delivery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Define CCTV coverage, recording, network, and operational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Coordinate camera locations with site conditions and stakeholder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Provide a controlled workflow from design through handover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5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Confirm all quantities, performance criteria, and approvals as TBD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CCTV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Cameras and field 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67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826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826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PoE access switching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360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19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19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Core network and VLAN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353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812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12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VMS recording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346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805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805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Operator clients and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| Sample Design Register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239"/>
                <a:gridCol w="2740395"/>
                <a:gridCol w="2019239"/>
                <a:gridCol w="2019239"/>
                <a:gridCol w="2019239"/>
              </a:tblGrid>
              <a:tr h="6335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 / Coverage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Type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Connectivity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C-001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Main entrance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C-002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Reception area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C-003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Loading bay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C-004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Car park entrance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C-005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Car park perimeter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C-006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Goods receiving area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| Sample Design Register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239"/>
                <a:gridCol w="2740395"/>
                <a:gridCol w="2019239"/>
                <a:gridCol w="2019239"/>
                <a:gridCol w="2019239"/>
              </a:tblGrid>
              <a:tr h="6335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 / Coverage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Type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Connectivity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C-007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Service yard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C-008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Plant room access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C-009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Corridor junction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C-010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Emergency exit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C-011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Boundary line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C-012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Critical internal area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Network and PoE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camera count, cable routes, and switch locations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Reserve VLAN and addressing scheme for CCTV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5387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3756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Size PoE budget for camera loads and future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3159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1148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Validate uplink bandwidth and resilience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recording bandwidth and retention requirement: TBD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Define network security, firewall, and remote-access controls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5387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33756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UPS and power provisions where required: TBD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3159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1148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Document port maps, labels, and patching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2340"/>
                <a:gridCol w="4851559"/>
                <a:gridCol w="2553452"/>
              </a:tblGrid>
              <a:tr h="6335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Acceptance Focus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1. Camera view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Coverage, focus, image quality, and privacy zones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2. Camera identification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Device naming, location labels, and asset records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3. Network connectivity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Reachability, addressing, VLAN, and link stability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4. PoE operation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Power delivery, restart behavior, and switch allocation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5. Recording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Recording operation, timestamps, and storage status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6. Playback and export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Search, playback, export, and media verification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884"/>
                <a:gridCol w="4799907"/>
                <a:gridCol w="2575560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Acceptance Focus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7. User access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Roles, permissions, authentication, and audit trail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8. Alerts and monitoring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Health alerts, event handling, and notification paths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9288"/>
                <a:gridCol w="4839341"/>
                <a:gridCol w="2408722"/>
              </a:tblGrid>
              <a:tr h="7391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Incomplete coverage requirements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Review coverage objectives and approve camera schedule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Restricted cable routes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Survey routes, coordinate containment, and record constraints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Insufficient PoE capacity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Complete load calculation and reserve switch capacity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Network performance limits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Validate bandwidth, VLANs, uplinks, and QoS needs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Privacy or compliance concerns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Agree masking, access controls, retention, and signage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Risks and Mitigations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4395"/>
                <a:gridCol w="4483507"/>
                <a:gridCol w="2609448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Delayed stakeholder approvals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Track design decisions, owners, and due dates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Implementation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Confirm requirements and design assumptions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67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826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826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Develop coordinated drawings and equipment 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360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19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19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Review design and obtain stakeholder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353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812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12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Install, configure, and label system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346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805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805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Commission, resolve defects, and obtain 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Handover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as-built drawings and final camera schedule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Submit configuration, addressing, and port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5387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33756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Deliver operating instructions and maintenance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3159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1148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Record outstanding items with owners and target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Demonstrate live view, playback, export, and user workflows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training attendance and user guidance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5387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33756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Transfer approved credentials through a secure 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3159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1148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Obtain formal acceptance status: TBD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Design and Delivery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 and Decision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Progress to detailed design after requirements and site information are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