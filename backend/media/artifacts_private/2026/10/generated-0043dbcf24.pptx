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Professional delivery framework | Project details: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Five-Step CCTV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Editable sequence from field capture to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339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1. Camera devices</a:t>
            </a:r>
          </a:p>
        </p:txBody>
      </p:sp>
      <p:sp>
        <p:nvSpPr>
          <p:cNvPr id="9" name="Chevron 8"/>
          <p:cNvSpPr/>
          <p:nvPr/>
        </p:nvSpPr>
        <p:spPr>
          <a:xfrm>
            <a:off x="2642158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054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646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646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2. Network transport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71466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2362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6954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954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3. Recording platform</a:t>
            </a:r>
          </a:p>
        </p:txBody>
      </p:sp>
      <p:sp>
        <p:nvSpPr>
          <p:cNvPr id="17" name="Chevron 16"/>
          <p:cNvSpPr/>
          <p:nvPr/>
        </p:nvSpPr>
        <p:spPr>
          <a:xfrm>
            <a:off x="7100773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1669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6261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6261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4. Monitoring and control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0080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0976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5568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5568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5. Handover and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Sample Camera Schedule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Twelve editable rows; all project-specific details remain TBD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48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308"/>
                <a:gridCol w="2126260"/>
                <a:gridCol w="2126260"/>
                <a:gridCol w="2126260"/>
                <a:gridCol w="2126260"/>
              </a:tblGrid>
              <a:tr h="74097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04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05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06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Sample Camera Schedule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Twelve editable rows; all project-specific details remain TBD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48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308"/>
                <a:gridCol w="2126260"/>
                <a:gridCol w="2126260"/>
                <a:gridCol w="2126260"/>
                <a:gridCol w="2126260"/>
              </a:tblGrid>
              <a:tr h="74097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07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08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09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10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11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12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Eight Commissioning Checks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Completion evidence to be recorded during commissioning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671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Camera position and field of view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443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Image quality and focus checked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216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Network connectivity confirmed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9884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Power availability and device status checked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2760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Recording and retention settings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Eight Commissioning Checks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Completion evidence to be recorded during commissioning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671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Time synchronisation checked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443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Monitoring, playback, and export tested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216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Alarms, access, and user permissions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Track ownership and status as delivery evidence becomes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50" cy="29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091"/>
                <a:gridCol w="4730708"/>
                <a:gridCol w="2410551"/>
              </a:tblGrid>
              <a:tr h="86061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Unconfirmed camera locations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Validate drawings and conduct site review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Unconfirmed network capacity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Review network design and test connectivity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Power availability constraints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power sources and installation requirements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Track ownership and status as delivery evidence becomes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50" cy="29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423"/>
                <a:gridCol w="4556305"/>
                <a:gridCol w="2479622"/>
              </a:tblGrid>
              <a:tr h="86061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Restricted installation access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Coordinate access windows and permits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Incomplete configuration data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Maintain an approved configuration register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Missing commissioning evidence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Use signed checklists and retain test records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Five-Step Delivery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Controlled path from definition through handover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339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1. Confirm requirements</a:t>
            </a:r>
          </a:p>
        </p:txBody>
      </p:sp>
      <p:sp>
        <p:nvSpPr>
          <p:cNvPr id="9" name="Chevron 8"/>
          <p:cNvSpPr/>
          <p:nvPr/>
        </p:nvSpPr>
        <p:spPr>
          <a:xfrm>
            <a:off x="2642158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054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646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646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2. Develop and review design</a:t>
            </a:r>
          </a:p>
        </p:txBody>
      </p:sp>
      <p:sp>
        <p:nvSpPr>
          <p:cNvPr id="13" name="Chevron 12"/>
          <p:cNvSpPr/>
          <p:nvPr/>
        </p:nvSpPr>
        <p:spPr>
          <a:xfrm>
            <a:off x="4871466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2362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6954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954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3. Procure and install</a:t>
            </a:r>
          </a:p>
        </p:txBody>
      </p:sp>
      <p:sp>
        <p:nvSpPr>
          <p:cNvPr id="17" name="Chevron 16"/>
          <p:cNvSpPr/>
          <p:nvPr/>
        </p:nvSpPr>
        <p:spPr>
          <a:xfrm>
            <a:off x="7100773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1669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6261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6261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4. Configure and commission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0080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0976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5568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5568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5. Handover and closeout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Handover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Closeout actions and required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Issue approved as-built drawings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camera and device register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Submit configuration and test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Transfer operating procedures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Deliver user and administrator guidance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Record outstanding items and owners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support and escalation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Obtain formal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Control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Project controls remain open until verified evidence is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887" y="2377440"/>
            <a:ext cx="2574036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479" y="2624328"/>
            <a:ext cx="2244852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Camera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479" y="3154680"/>
            <a:ext cx="2244852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479" y="4215384"/>
            <a:ext cx="2244852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Editable sample schedule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9515" y="2377440"/>
            <a:ext cx="2574036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4107" y="2624328"/>
            <a:ext cx="2244852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Architecture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107" y="3154680"/>
            <a:ext cx="2244852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4215384"/>
            <a:ext cx="2244852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2377440"/>
            <a:ext cx="2574036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2624328"/>
            <a:ext cx="2244852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Commissioning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3154680"/>
            <a:ext cx="2244852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4215384"/>
            <a:ext cx="2244852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Evidence to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6771" y="2377440"/>
            <a:ext cx="2574036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1363" y="2624328"/>
            <a:ext cx="2244852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Risk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1363" y="3154680"/>
            <a:ext cx="2244852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1363" y="4215384"/>
            <a:ext cx="2244852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Mitigation status: 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Confirm project inputs before engineering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