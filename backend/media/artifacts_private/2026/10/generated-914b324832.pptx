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Editable project framework with TBD design and verification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Five editable stages from field capture to operational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339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Field devices and power</a:t>
            </a:r>
          </a:p>
        </p:txBody>
      </p:sp>
      <p:sp>
        <p:nvSpPr>
          <p:cNvPr id="9" name="Chevron 8"/>
          <p:cNvSpPr/>
          <p:nvPr/>
        </p:nvSpPr>
        <p:spPr>
          <a:xfrm>
            <a:off x="2642158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054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646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646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Network transport and segmentation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4871466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2362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6954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954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Recording and storage platform</a:t>
            </a:r>
          </a:p>
        </p:txBody>
      </p:sp>
      <p:sp>
        <p:nvSpPr>
          <p:cNvPr id="17" name="Chevron 16"/>
          <p:cNvSpPr/>
          <p:nvPr/>
        </p:nvSpPr>
        <p:spPr>
          <a:xfrm>
            <a:off x="7100773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1669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6261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6261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Video management and operator access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0080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0976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5568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5568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Monitoring, support, and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Sample Camera Schedule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Twelve editable camera rows; locations and technical details remain TBD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51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14"/>
                <a:gridCol w="2036892"/>
                <a:gridCol w="2036892"/>
                <a:gridCol w="2618861"/>
                <a:gridCol w="2036892"/>
              </a:tblGrid>
              <a:tr h="74097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 / Purpose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CAM-04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CAM-05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CAM-06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Sample Camera Schedule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Twelve editable camera rows; locations and technical details remain TBD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51" cy="429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14"/>
                <a:gridCol w="2036892"/>
                <a:gridCol w="2036892"/>
                <a:gridCol w="2618861"/>
                <a:gridCol w="2036892"/>
              </a:tblGrid>
              <a:tr h="74097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Type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 / Purpose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CAM-07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CAM-08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CAM-09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CAM-10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59278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Verification checklist; no inspections are represented as complete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367153"/>
          <a:ext cx="10817350" cy="3312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9717"/>
                <a:gridCol w="4298011"/>
                <a:gridCol w="2479622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Acceptance Evidence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Camera installation and orientation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Physical installation and view confirmed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Power and network connectivity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Power, link, and addressing verified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Video quality and field of view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Image quality and coverage assessed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Time synchronization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System time aligned to approved source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Verification checklist; no inspections are represented as complete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367153"/>
          <a:ext cx="10817351" cy="3312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422"/>
                <a:gridCol w="4531162"/>
                <a:gridCol w="2552767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Acceptance Evidence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Recording and retention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Recording behavior and retention confirmed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Alarm and event handling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Configured events tested and logged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User access and permissions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Approved roles and access tested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Backup and recovery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Recovery approach and evidence confirmed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Open risks require project confirmation and ownership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594289"/>
          <a:ext cx="10817351" cy="2858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703"/>
                <a:gridCol w="5074217"/>
                <a:gridCol w="2293431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Incomplete site information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survey inputs, drawings, and access constraints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80759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Unconfirmed camera coverage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Validate viewpoints through design review and site verification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Network or power dependencies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Track interface requirements and readiness evidence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Open risks require project confirmation and ownership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594289"/>
          <a:ext cx="10817350" cy="2858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138"/>
                <a:gridCol w="4873163"/>
                <a:gridCol w="2142049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80759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Storage sizing inputs unavailable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Confirm camera count, resolution, retention, and recording profile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Access and cybersecurity approvals delayed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Start approval workflow and maintain decision log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Commissioning access unavailable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Agree test windows, contacts, and site access plan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Five editable steps for controlled project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339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339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Confirm scope and design inputs</a:t>
            </a:r>
          </a:p>
        </p:txBody>
      </p:sp>
      <p:sp>
        <p:nvSpPr>
          <p:cNvPr id="9" name="Chevron 8"/>
          <p:cNvSpPr/>
          <p:nvPr/>
        </p:nvSpPr>
        <p:spPr>
          <a:xfrm>
            <a:off x="2642158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054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646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646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Develop and review engineering design</a:t>
            </a:r>
          </a:p>
        </p:txBody>
      </p:sp>
      <p:sp>
        <p:nvSpPr>
          <p:cNvPr id="13" name="Chevron 12"/>
          <p:cNvSpPr/>
          <p:nvPr/>
        </p:nvSpPr>
        <p:spPr>
          <a:xfrm>
            <a:off x="4871466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2362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6954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954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Coordinate procurement and installation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100773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1669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6261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6261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Commission and resolve defects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0080" y="373075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0976" y="274320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5568" y="2953512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5568" y="361188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Approve handover and closeout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Handover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Closeout actions to be completed and evidenced before acceptance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Issue approved as-built drawings and camera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configuration, addressing, and asset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Deliver commissioning results and open-item register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training, operating procedures, and support contacts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Obtain client acceptance and sign-off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Transfer credentials through the approved secure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Archive warranties, manuals, and test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Record residual risks, owners, and due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Delivery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Convert the framework into an approved, evidence-based delivery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