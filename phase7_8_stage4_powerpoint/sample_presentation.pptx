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Engineering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Architecture, monitoring, commissioning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Six camera locations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Recording and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Power and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Design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Network segmentation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PoE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842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7830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Maintenance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7614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5603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Security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CAM-001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Gate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CAM-002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Lobby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7391" y="2103120"/>
            <a:ext cx="3566160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11983" y="2350008"/>
            <a:ext cx="3236976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1983" y="2880360"/>
            <a:ext cx="3236976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1983" y="3941064"/>
            <a:ext cx="3236976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Site survey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2103120"/>
            <a:ext cx="3566160" cy="2971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350008"/>
            <a:ext cx="3236976" cy="5486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500" b="0">
                <a:solidFill>
                  <a:srgbClr val="5D6C7D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2880360"/>
            <a:ext cx="3236976" cy="10058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300" b="1">
                <a:solidFill>
                  <a:srgbClr val="2263A4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735" y="3941064"/>
            <a:ext cx="3236976" cy="58521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200" b="0">
                <a:solidFill>
                  <a:srgbClr val="5D6C7D"/>
                </a:solidFill>
                <a:latin typeface="Aptos"/>
              </a:defRPr>
            </a:pPr>
            <a:r>
              <a:t>Confirm with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Confirm requirements and commission the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